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費用性無料號採購 · 自然語言找供應商 · 初步討論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2026-06-09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0A03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164592" cy="201168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費用性無料號採購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自然語言查詢供貨廠商 — 向量檢索可行性初步討論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Cortex × Oracle ERP(EBS)  ·  RAG over PO 採購紀錄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規劃小組  ·  2026-06-09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需求背景與目標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採購要的不是「哪張 PO」,而是「這東西以前誰供過」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費用性、無料號商品 = EBS 中 ITEM_ID 為空、僅以純文字描述的採購行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採購只能憑經驗或人工翻歷史 PO,找「這類東西過去由誰供應、大約多少錢」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描述自由文字、無料號可比對 → 無結構化欄位可查、無法用既有報表撈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知識散在個人經驗,人員異動即流失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採購輸入一句自然語言描述 → 系統回「候選供應商 + 佐證(歷史 PO / 均價 / 最近一次採購)」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核心構想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本質:對結構化 PO 資料做 RAG(檢索增強)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 描述欄位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(ITEM_DESCRIPTION)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4612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2286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860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存入 Cortex 向量庫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2286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2860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自然語言查詢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向量 + 關鍵字混合檢索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92640" y="2286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22860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 PO 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聚合對應供應商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供應商歸屬:PO Header 的 VENDOR_ID → 供應商主檔,歸屬明確、不需推測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回傳不只清單,最後交給 chat LLM 收斂成可讀結論(「主要由 A/B/C 供,A 最常 12 筆均價 X,最近 2026-03」)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AI 戰情室解耦:這是「採購助手」場景,走獨立 KB / 檢索設定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前提(本次已拍板)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一定要有 PO、不允許直接結報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EA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</a:t>
            </a:r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所有費用性採購一律走 PO,不允許直接結報(AP 非 PO 請款路徑全部排除)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對本案的影響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資料源單一明確:只看 PO_LINES_ALL 中 ITEM_ID IS NULL 的費用行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不需處理 AP_INVOICE_LINES(非 PO 直接請款)→ ETL 大幅簡化、口徑一致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供應商歸屬乾淨:每筆描述都對得到 PO header 的 VENDOR_ID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隱含限制(需留意)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若某些費用過去曾走非 PO,歷史資料涵蓋度會有缺口 → 範圍須界定起算時間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架構主張:複用現有積木,不另起爐灶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 = 既有兩塊能力的組合,工作量在「接」不在「建」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ETL 同步層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 pmErpSyncService 的 pattern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SELECT → MERGE 進本地表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watermark 增量同步 + 同步 log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已含 preview / 失敗重跑機制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向量 + 檢索層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複用 kb_chunks + kbRetrieval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VECTOR + Oracle Text 混合檢索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同義詞展開、multi-vector 現成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 描述=chunk;廠商/價/日期/類別=metadata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免費繼承: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hybrid 檢索、同義詞、metadata 過濾、資料政策權限 — 無需重寫一套 RAG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關鍵設計原則(討論重點)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純向量做成 demo 會過、上線會被嫌不準 — 以下是落地關鍵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必須 hybrid 檢索(最重要)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描述夾型號/廠牌/規格精確 token(3M 9448 vs 9449),純向量會拉成幾乎重疊;要 vector 召回語意 + Oracle Text 對精確 token 加權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答案聚合到「供應商」層,而非 top-k PO 行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re-rank = 語意分 × 出現次數 × recency 衰減;避免同一廠商洗版或冷門單筆壓過常態供應商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描述需清洗 /(可選)結構化抽取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髒資料:全半形、夾備註、料號-規格混寫;可用 LLM 抽 {品名/規格/廠牌/型號/單位} 當 metadata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structured 粗篩 + 向量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PO 的 CATEGORY 過濾縮範圍再向量;長尾(不知歸類)才靠純語意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增量同步 + reconcile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watermark by LAST_UPDATE_DATE;PO 取消 / 改描述要能更新並 re-embed 對應 chunk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評估用 golden set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採購提供真實查詢 + 期望廠商,否則 hybrid 權重沒方向可調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待決議事項(Open Decisions)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選項 / 待確認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暫定方向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DB 版本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EBS 是否為 23ai?(決定是否必須把資料同步出來)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多半非 23ai → 同步進 Cortex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歷史涵蓋範圍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回溯幾年 PO、哪些 OU / 廠區納入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待採購界定(建議近 3 年起跑)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描述清洗深度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僅正規化 vs LLM 結構化抽取欄位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P1 先正規化,結構化列 P2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供應商 re-rank 公式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次數 / recency / 價格 各佔權重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golden set 出來後再調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權限與價格揭露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誰能查、價格資訊揭露給誰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綁資料政策分類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同步頻率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 / 每日 / 每週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建議每日排程(接 AI 戰情 pipeline)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評估資料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golden set 由誰提供、幾筆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採購提供 ~20 筆真實查詢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embedding 模型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版本鎖定與換模型策略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Vertex 768,版本寫入 metadata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初步 Phase 切分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先小步驗證資料真實樣貌,再投入建置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ERP 版本;撈 PO_LINES 無料號費用行真實 sample → 看筆數量級、描述髒度、category 覆蓋率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063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ETL + 向量化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sync job(抄 pmErpSyncService)→ 描述 embed + 廠商/價/日期/類別寫入 metadata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E0A0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4206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檢索 + 聚合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 檢索 → 供應商 re-rank → chat LLM 收斂成結論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578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5349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 + 上線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760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set 調 hybrid 權重 + 資料政策綁定 + 排程同步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請先拍板上頁「待決議事項」(尤其 ERP 版本、歷史範圍、權限口徑)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拍板後執行 P0 spike: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撈 PO_LINES_ALL 中 ITEM_ID IS NULL 的費用行 sample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統計:總筆數量級、描述平均長度與髒度、category 覆蓋率、供應商分佈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結果決定 schema(metadata 欄位)與清洗策略,再進 P1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8463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一句話總結: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方向可行,但別搬一套新向量系統 — 用「PO 增量同步 + 既有 hybrid 檢索 + 供應商聚合」三件事接起來即可。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正崴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費用性無料號採購 — 自然語言找供應商</dc:title>
  <dc:subject>PptxGenJS Presentation</dc:subject>
  <dc:creator>Cortex 規劃小組</dc:creator>
  <cp:lastModifiedBy>Cortex 規劃小組</cp:lastModifiedBy>
  <cp:revision>1</cp:revision>
  <dcterms:created xsi:type="dcterms:W3CDTF">2026-06-09T02:51:19Z</dcterms:created>
  <dcterms:modified xsi:type="dcterms:W3CDTF">2026-06-09T02:51:19Z</dcterms:modified>
</cp:coreProperties>
</file>