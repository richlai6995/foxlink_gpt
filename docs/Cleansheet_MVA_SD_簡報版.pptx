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SOLUTION DESIGN · 全結構化方案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v0.2 · 2026-06-02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計價模組 SD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全結構化方案 · 取代 EPM Excel · 14 表 × 5 Layer · 跨案 propagate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651760" cy="109728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Layer 架構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3703320"/>
            <a:ext cx="2651760" cy="109728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製程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56432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MOUSE/KB template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3703320"/>
            <a:ext cx="2651760" cy="109728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cost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72784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Component master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3703320"/>
            <a:ext cx="2651760" cy="109728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天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89136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1-4 開發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868680"/>
          </a:xfrm>
          <a:prstGeom prst="roundRect">
            <a:avLst/>
          </a:prstGeom>
          <a:solidFill>
            <a:srgbClr val="06334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 EPM 個人 Excel 公式變成公司 DB · 廠級資產月度更新 · BOM lock 後自動 propagate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拍板:前 5 件 TBD 已決(精度 ε&lt;0.01 / Equipment skip blank / IDL 抄 Excel / Flow 純文字 / cs_run 軟刪)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 Rival 3+ Wired Mouse Cleansheet_China-20241011-19S.xlsx · CN baseline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TL;DR · 一頁懂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TL;DR · 從 EPM Excel 痛點到結構化計價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秒總覽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要解決什麼 / 怎麼解 / 跟誰整合 / 多久做完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23774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2286000" cy="2286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EPM 個人 Excel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廠資產散落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月度 wage 異動漏改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1500 行公式無人接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跨案比對不能做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3552" y="1783080"/>
            <a:ext cx="2743200" cy="23774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59352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2377440"/>
            <a:ext cx="228600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51460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14 表進 DB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5 Layer 分層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SCD Type 2 月版本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compute service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cs_run snapshot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783080"/>
            <a:ext cx="2743200" cy="2377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67144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9944" y="2377440"/>
            <a:ext cx="228600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251460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 lock → propagate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Material → cs_run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factory_matrix UI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ERP 匯率 + ledger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4 層資料權限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89136" y="1783080"/>
            <a:ext cx="2743200" cy="23774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774936" y="19476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17736" y="2377440"/>
            <a:ext cx="2286000" cy="228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7736" y="251460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Phase 1-4 · 26 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(~5-6 週 / 1 人)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Phase 5: VN/TW 擴充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Phase 6: 跨案分析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11475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348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 核心承諾 · 這份 SD 只處理 MVA + SG&amp;A + Profit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736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Material 仍由既有 BOM SD 處理 · BOM lock 後 Material 自動 propagate 進 Cleansheet 計算 Total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 Cost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920240" y="5120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331720" y="5120640"/>
            <a:ext cx="2377440" cy="457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(BOM SD)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74920" y="5120640"/>
            <a:ext cx="2377440" cy="45720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(本 SD)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818120" y="5120640"/>
            <a:ext cx="2377440" cy="45720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5120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SG&amp;A + Profit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(本 SD)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287000" y="5120640"/>
            <a:ext cx="1463040" cy="4572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87000" y="5120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TC/unit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7607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MVA 跨色共用(不分 Black/White)· Total 用 BOM 帶過來的 per-variant material 各算 Black/White 一份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 · EPM Excel 現況痛點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 STATEMENT · EPM Excel 痛點 + 分工釐清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為什麼要做這個模組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EPM Excel 5 個結構性問題 · 與 BOM 模組的清楚分工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EPM Excel 現況 5 痛點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57784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2128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每案每廠各寫 Excel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4963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 China 有,VN/TW 各自獨立檔案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557784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953512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廠級資產散落 EPM 個檔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095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設備、耗材、wage 沒有公司 master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557784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66744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6393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 wage / 設備異動漏改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227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EPM 手動同步,常漏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88536"/>
            <a:ext cx="557784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79976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3525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1500 行 Excel 公式無人接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636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EPM 走人 = 新人看不懂 = 重做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001768"/>
            <a:ext cx="557784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093208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50657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跨案比對無法做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349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同款設備在不同案的 utilization 看不到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與 BOM 模組的分工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2148840"/>
            <a:ext cx="1828800" cy="411480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5280" y="2148840"/>
            <a:ext cx="1417320" cy="411480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2148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由誰算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72600" y="2148840"/>
            <a:ext cx="1325880" cy="411480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2148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Variant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698480" y="2148840"/>
            <a:ext cx="1188720" cy="411480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Factory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25603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560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55280" y="256032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256032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採購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372600" y="2560320"/>
            <a:ext cx="1325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2600" y="256032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Per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698480" y="256032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9848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共用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26480" y="2971800"/>
            <a:ext cx="182880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955280" y="2971800"/>
            <a:ext cx="141732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0" y="29718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★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372600" y="2971800"/>
            <a:ext cx="132588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72600" y="29718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跨色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698480" y="2971800"/>
            <a:ext cx="118872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9848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Per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26480" y="33832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3383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SG&amp;A + Profit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955280" y="338328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55280" y="33832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9372600" y="3383280"/>
            <a:ext cx="1325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3383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0698480" y="338328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698480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Per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126480" y="3794760"/>
            <a:ext cx="18288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3794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955280" y="3794760"/>
            <a:ext cx="14173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55280" y="3794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§factory_matrix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372600" y="3794760"/>
            <a:ext cx="13258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72600" y="3794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0698480" y="3794760"/>
            <a:ext cx="118872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698480" y="3794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126480" y="4617720"/>
            <a:ext cx="5715000" cy="182880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4709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核心承諾(分工原則)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263640" y="5029200"/>
            <a:ext cx="5440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本 SD 只處理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MVA + SG&amp;A + Profit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Material 仍由 BOM SD 處理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 lock 後 Material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 propagate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進 cs_run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MVA 看製程不看料 →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跨色共用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(色差不影響)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§factory_matrix UI 抓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cs_run.total_unit_black/white_usd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 · 5 Layer 架構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 · 5 Layer × 14 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Layer 架構總覽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從公司級製程目錄 → 廠級資產 → 案級配置 → 計算 snapshot → Audit/Propagate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1475720" cy="868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9339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製程目錄 + 模板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公司級,跨案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2514600"/>
            <a:ext cx="777240" cy="1645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51460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公司級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0" y="1901952"/>
            <a:ext cx="6675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bom_process_catalog (9 製程)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bom_process_template (MOUSE/KB)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bom_process_template_step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11475720" cy="868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07792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07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廠級資產 Baseline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 factory, SCD Type 2 月度更新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88720" y="3429000"/>
            <a:ext cx="777240" cy="164592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42900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廠級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2816352"/>
            <a:ext cx="6675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bom_factory (廠 master)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bom_factory_baseline (wage/loss/sga/profit/月版本)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bom_factory_idl_role · _dep_years · _equipment · _consumable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11475720" cy="868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22192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2920" y="43708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887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案級配置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 × 廠 × variant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188720" y="4343400"/>
            <a:ext cx="777240" cy="164592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34340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案級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0" y="3730752"/>
            <a:ext cx="6675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bom_cs_case_factory (一案一廠一份)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bom_cs_case_process · _idl_alloc · _equipment · _consumable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11475720" cy="86868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736592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736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2920" y="52852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8872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計算結果 snapshot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188720" y="4983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 + cell matrix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5257800"/>
            <a:ext cx="777240" cy="16459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525780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0" y="4645152"/>
            <a:ext cx="6675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bom_cs_component (9 cost master)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bom_cs_run (1 次計算 snapshot · 可多 run)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bom_cs_run_cell (Process × Component matrix)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5486400"/>
            <a:ext cx="11475720" cy="868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5650992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5650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02920" y="61996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88720" y="5577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 / Propagate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88720" y="5897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種 event_type · diff 報告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88720" y="6172200"/>
            <a:ext cx="777240" cy="164592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88720" y="617220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0" y="5559552"/>
            <a:ext cx="6675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bom_cs_audit_log (7 event)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bom_cs_baseline_diff (新舊差異)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400800"/>
            <a:ext cx="11475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⬇ 開新案時挑模板  ·  ⬇ 案 snapshot 鎖此版本  ·  ⬇ compute()  ·  ⬇ trigger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1+2 · 製程目錄 + 廠級 Baseline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①②  · 製程目錄 + 廠級 Baseline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公司級模板 + 廠級 SCD Type 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1:跨案共用的製程目錄  ·  Layer 2:每個廠每月的 baseline 版本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5577840" cy="44805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577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1 · 製程目錄 + 模板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🏢 公司級 · 跨案共用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9 個製程(可擴)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SMT_MAIN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94436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944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WAVE_SOLDER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294436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944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OFFLINE_ROUTER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101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LASER_ETCHING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331012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3101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BB_ASSY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69080" y="331012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3101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BB_TESTING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67588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758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MATERIAL_MGMT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367588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6758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QUALITY_SMT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69080" y="3675888"/>
            <a:ext cx="16916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367588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QUALITY_BB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206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產品類型模板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498848"/>
            <a:ext cx="530352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988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MOUSE_STD  ·  KEYBOARD_STD  ·  HEADSET_STD  ...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50292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開新案時:挑模板 → 帶 N 個製程 + 預設參數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3492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EPM 可自訂(改 takt / yield / DL 人數)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852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表:bom_process_catalog · _template · _template_step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5715000" cy="44805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1783080"/>
            <a:ext cx="5715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2 · 廠級資產 Baseline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63640" y="2331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🏭 per factory · SCD Type 2 月度更新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2651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6 張表(Rival 3+ CN baseline 範例)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2944368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94436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29443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CN/VN/TW master · stable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3328416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332841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bom_factory_baseline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83880" y="33284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CN-2025Q1 · DL $4.95/h · SGA 2% · Profit 14%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3712464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712464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bom_factory_idl_role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83880" y="371246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種 IDL · OPS_MGR / SECTION_MGR ...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4096512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40965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bom_factory_dep_years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83880" y="40965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SMT 6yr / SMT_TEST / BB_ASSY ...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63640" y="4480560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448056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bom_factory_equipment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83880" y="44805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廠內 58 台設備庫(跨案共用)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63640" y="4864608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486460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bom_factory_consumable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83880" y="48646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廠內 17 項耗材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63640" y="5349240"/>
            <a:ext cx="54864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5394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SCD Type 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0" y="56509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每月新版本一列 · 舊版 effective_to=昨天 · lock 案 snapshot 鎖舊 baseline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00800" y="5870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Draft 案可選 reprice 新 baseline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UPDATE · §4.4 詳細流程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UPDATE FLOW · 月底 EPM 上傳新 xlsx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廠級資產月度更新流程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步驟 · 從 EPM 上傳 → diff preview → 套用 → 影響案通知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703320" cy="1463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4767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947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EPM 上傳新 xlsx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 UI「廠 baseline 更新」按鈕 · 後端 job 觸發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33672" y="1783080"/>
            <a:ext cx="3703320" cy="14630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19476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16552" y="2423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56632" y="1947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 + 比對既有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56632" y="23317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 status=draft · 比對 Equipment/Consumables → ADD/CHANGE/RETIRE 標記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01584" y="1783080"/>
            <a:ext cx="370332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1947672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84464" y="24231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24544" y="1947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 Preview Diff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24544" y="23317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 wage $4.95→$5.20 ↑5.05% · 設備新增 1 / 變更 1 / 汰換 1 · 影響案估算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3703320" cy="146304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59359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4069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88720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EPM 逐項 approve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9776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 approve/reject · 確認套用 → 舊 superseded · 新 active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33672" y="3429000"/>
            <a:ext cx="3703320" cy="14630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16552" y="3593592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6552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416552" y="4069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56632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Notify 影響案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56632" y="39776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找所有 draft 案 · 發 user_notification · UI chip「baseline 已更新,點此 reprice」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01584" y="3429000"/>
            <a:ext cx="3703320" cy="14630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4464" y="359359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284464" y="4069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24544" y="35935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各案 EPM 決定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924544" y="397764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Reprice with new baseline OR keep with old · baseline_locked_manually=1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892040"/>
            <a:ext cx="11475720" cy="155448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983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已 lock 的案子 · Snapshot 已凍結 · 不動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48640" y="530352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baseline 更新不影響已 lock 案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— case_factory.baseline_id 已 snapshot 鎖住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若客戶議價需照新 baseline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admin 手動 unlock + reprice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Diff preview 範例: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DL wage $4.95→$5.20 / Sec Mgr $60320→$63300 / 設備新增 1+變更 1+汰換 1 · 影響 3 draft 案 / 12 lock 案不變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3 · 案級配置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③ · 案級配置(案 × 廠 × variant)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案級配置 · 一案一廠一份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SteelSeries 案 × CN = 1 列 · × VN = 1 列 · × TW = 1 列 · 共 3 個 case_factory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5 張案級表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57784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2037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bom_cs_case_factory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45973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主表 · 一案一廠一份(baseline_id snapshot · process_template · annual_demand · status)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557784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9169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bom_cs_case_process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17296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案內製程清單(從模板帶或自訂)· takt_seconds · yield% · DL 人數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557784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630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bom_cs_case_idl_alloc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案內 IDL × 製程 multiplier(初始抄 Excel J64/L64...)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88536"/>
            <a:ext cx="557784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bom_cs_case_equipment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59943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案內設備配置(子集 of 廠 master · lines × qty/line)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001768"/>
            <a:ext cx="5577840" cy="6400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5056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bom_cs_case_consumable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531266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案內耗材配置 · unit_cost × monthly_usage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案 × 廠 對應關係(SteelSeries Rival 3+ 範例)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2148840"/>
            <a:ext cx="571500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240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QT-2026-0148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(SteelSeries Rival 3+)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676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869680" y="2240280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 factory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0" y="2240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baseline: CN-2025Q1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869680" y="2606040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2606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 factory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24128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baseline: VN-2025Q1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69680" y="2971800"/>
            <a:ext cx="28346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 factory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4128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baseline: TW-2025Q1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3520440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 Equipment / Consumables 案級 vs 廠級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3931920"/>
            <a:ext cx="5715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廠級 master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35240" y="3931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台設備 / 17 項耗材跨案共用,acquisition_cost / useful_life 由 EPM 月度維護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4343400"/>
            <a:ext cx="5715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案級 binding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35240" y="4343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每案從廠 master 挑用 → lines × qty/line + utilization%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4754880"/>
            <a:ext cx="5715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754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override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35240" y="47548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罕見情況才在案內覆寫(預留 case 級欄位)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5166360"/>
            <a:ext cx="571500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5166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blank/spare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35240" y="5166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已拍板:import 時 skip(bucket IN 「(blank)」「Spare」NULL)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5852160"/>
            <a:ext cx="11475720" cy="566928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585216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案級 vs 廠級 何時 override · 廠級資產(設備/耗材/wage)EPM 月度維護 · 案級只挑用 + 量化(lines × qty/line)· 罕見 override 才在案內覆寫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4 · 計算結果 + 9 cost components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④ · 計算結果 snapshot + 9 cost components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計算結果 · 9 個 cost components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 compute → 新 cs_run snapshot · 加總 = MVA · 可多 run 軟刪 archived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9 個 Cost Components(加總 = MVA)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852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DL_CPU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441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Direct Labor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15768"/>
            <a:ext cx="58521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157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IDL_CPU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Indirect Labor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58521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008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82696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826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EQUIP_MRO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282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Equipment MRO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57016"/>
            <a:ext cx="58521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570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EQUIP_DEPR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557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Equipment Depreciation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31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IND_MAT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3831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Indirect Materials (Consumables)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105656"/>
            <a:ext cx="5852160" cy="292608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0565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98264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982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31720" y="4398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Facility &amp; Utility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72584"/>
            <a:ext cx="5852160" cy="29260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7258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OTHERS (Common only)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965192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965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FREIGHT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4965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Inbound Freight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5239512"/>
            <a:ext cx="585216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239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5239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5513832"/>
            <a:ext cx="5852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513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31720" y="5513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Factor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📸 cs_run snapshot 重點欄位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00800" y="2148840"/>
            <a:ext cx="5440680" cy="4297680"/>
          </a:xfrm>
          <a:prstGeom prst="roundRect">
            <a:avLst/>
          </a:prstGeom>
          <a:solidFill>
            <a:srgbClr val="06334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2286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run_id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69680" y="22860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 ID · auto-increment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3796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run_label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869680" y="261518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/ v3 / 客戶議價 #3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2944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69680" y="294436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computing / ready / archived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37960" y="32735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mva_total_usd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869680" y="327355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component 加總 = MVA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37960" y="36027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sga_amount_usd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869680" y="360273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baseline 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37960" y="3931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profit_amount_usd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869680" y="393192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baseline 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37960" y="426110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bom_material_black_usd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69680" y="426110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後 propagate ← per variant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37960" y="4590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bom_material_white_usd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869680" y="459028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後 propagate ← per variant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37960" y="4919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total_unit_black_usd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869680" y="491947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mat_b + mva + sga + profit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37960" y="52486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total_unit_white_usd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869680" y="524865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mat_w + mva + sga + profit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37960" y="5577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compute_engine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69680" y="557784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db_v1 / excel_import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37960" y="59070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errors / warnings / raw_inputs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869680" y="590702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整份 input snapshot 備查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 ENGINE · Excel 五區公式對應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 ENGINE · Excel 五區公式對應 → DB 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計算引擎 · 還原 1500 行 Excel 公式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A. DL Cost  ·  B. IDL Cost  ·  C. Equipment &amp; Facilities  ·  D. Others  ·  E.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6949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50292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8379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075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compute_dl_cost()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1837944"/>
            <a:ext cx="361188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83794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cs_run_cell (DL_CPU)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6949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86584"/>
            <a:ext cx="50292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8658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9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compute_idl_cost()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386584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2441448"/>
            <a:ext cx="361188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44144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cs_run_cell (IDL_CPU)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90088"/>
            <a:ext cx="6949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90088"/>
            <a:ext cx="5029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900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044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Equipment &amp; Facilities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2826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compute_equipment_cost() + compute_facility_cost()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2990088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0" y="3044952"/>
            <a:ext cx="361188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0449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rows (MRO/DEPR/IND_MAT/FACILITY)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593592"/>
            <a:ext cx="6949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593592"/>
            <a:ext cx="502920" cy="530352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59359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5840" y="36484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Others (Common only)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compute_others_cost()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593592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0" y="3648456"/>
            <a:ext cx="361188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64845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rows (FREIGHT/VAT/LOSS)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197096"/>
            <a:ext cx="694944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197096"/>
            <a:ext cx="502920" cy="530352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9709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0584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" y="44897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compute_mva_total() + compute_total_tc()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37560" y="4197096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657600" y="4251960"/>
            <a:ext cx="3611880" cy="42062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425196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cs_run.mva_total + total_tc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98080" y="1783080"/>
            <a:ext cx="4343400" cy="470916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5240" y="1828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🧮 範例 · DL Cost 公式對應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635240" y="2121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compute_dl_cost(case_factory, process)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35240" y="245059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01000" y="2450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823960" y="2450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UPH = 3600/takt × Yield × Efficiency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35240" y="277063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01000" y="27706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23960" y="27706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MaxOutputPerLine = WeeklyHrs × UPH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635240" y="309067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01000" y="30906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823960" y="30906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Lines = ⌈MaxDemand/MaxOutput⌉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635240" y="341071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001000" y="3410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23960" y="34107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WeeklyOutput = MaxOut × Lines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635240" y="373075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35240" y="3730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001000" y="37307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823960" y="37307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TotalDL/day = DL+Debug+Functional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635240" y="405079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3524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001000" y="40507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C50/51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823960" y="4050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Multipliers (sea_hr ratios)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635240" y="437083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35240" y="4370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001000" y="43708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C56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823960" y="4370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DLCost/week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635240" y="469087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35240" y="4690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001000" y="46908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C55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823960" y="46908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IDLLineDep/week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635240" y="501091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35240" y="5010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001000" y="50109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C58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823960" y="50109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(DLCost+IDLLineDep) / WeeklyOutput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635240" y="5989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輸出:cost_per_unit + formula_text + source_cell_ref + intermediate_json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65760" y="6080760"/>
            <a:ext cx="694944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608076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USER 拍板 · 計算精度允許 ε &lt; 0.01(浮點與 ROUND 差)· &gt; 0.01 必須查清 · 加 regression test 自動比對 Excel 原值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PROPAGATE + UI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PROPAGATE + UI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整合 · UI 設計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→ Material 自動 propagate → cs_run → factory_matrix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§8 BOM Lock 觸發流程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觸發(case_id, locked_at)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 each case_factory (CN/VN/TW)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compute_material_per_variant()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566160"/>
            <a:ext cx="50292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66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shared item → black/white 都算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per_variant item → 各算各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SUMPRODUCT(qty × unit_price)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匯率走 ERP gl_daily_rates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79392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793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2793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UPDATE cs_run SET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bom_material_black/white_usd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736592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365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736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total_unit_black/white_usd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material + mva + sga + profit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193792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937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193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audit_log (event=BOM_PROPAGATE)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5650992"/>
            <a:ext cx="557784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65099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6509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notify EPM (user_notification)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🖥 §10.2 案 × 廠 Cleansheet UI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2148840"/>
            <a:ext cx="5715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148840"/>
            <a:ext cx="571500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Case QT-2026-0148 · CN factory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633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Baseline: CN-2025Q1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06840" y="2606040"/>
            <a:ext cx="1280160" cy="27432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Reprice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2880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Template: MOUSE_STD · 418K/yr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3200400"/>
            <a:ext cx="54864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2461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⚙ Processes (9)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34930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SMT_MAIN  takt=8.64s  Y=98%  DL=10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MVA = $0.704 / unit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3931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WAVE_SOLDER  takt=12s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... (其他 7 個)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4526280"/>
            <a:ext cx="5486400" cy="1371600"/>
          </a:xfrm>
          <a:prstGeom prst="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572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Compute Result · cs_run v3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4846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MVA Total:      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$1.852 / unit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SGA + Profit:  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$1.686 / unit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TC:                   </a:t>
            </a:r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$3.538 / unit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5943600"/>
            <a:ext cx="14630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5943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Matrix(9×9)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09560" y="5943600"/>
            <a:ext cx="1463040" cy="292608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5943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464040" y="5943600"/>
            <a:ext cx="2194560" cy="292608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64040" y="59436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Lock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PHASES · 開發 Phase 規劃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PHASES · 6.5 Sprint · 26 天 / 1 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 Phase 規劃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1-4 為核心(20 天)· Phase 5 廠擴充(2 天)· Phase 6 跨案分析(可選)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2240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 + import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89280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892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14 表 schema + migration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9 個製程目錄 + MOUSE_STD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xlsx import script(全解析)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CN baseline 首次驗證 (ε&lt;0.01)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Admin UI(baseline 列表 + diff)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1783080"/>
            <a:ext cx="2743200" cy="22402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3552" y="178308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0712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計算引擎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76672" y="189280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1892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242316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9 component 公式 service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cs_run snapshot + cell matrix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Compute trigger + dirty flag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Excel regression test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783080"/>
            <a:ext cx="2743200" cy="2240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1783080"/>
            <a:ext cx="2743200" cy="50292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18504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案級 UI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84464" y="189280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4464" y="1892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242316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case_factory 列表 + 編輯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製程 / 設備 binding 編輯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cs_run history + matrix viewer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Lock / Unlock 流程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89136" y="1783080"/>
            <a:ext cx="2743200" cy="2240280"/>
          </a:xfrm>
          <a:prstGeom prst="roundRect">
            <a:avLst/>
          </a:prstGeom>
          <a:solidFill>
            <a:srgbClr val="CFFAF1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136" y="1783080"/>
            <a:ext cx="2743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26296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+ propagate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192256" y="1892808"/>
            <a:ext cx="502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92256" y="1892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26296" y="242316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 lock → propagate material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BOM unlock → rollback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factory_matrix UI 改抓 cs_run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Notification + audit log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160520"/>
            <a:ext cx="5577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2245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🌏 Phase 5 · VN / TW 廠擴充(0.5 sprint)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4805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VN/TW baseline xlsx import(等 EPM 提供)· 跨廠 MVA 對比 UI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7548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Phase 6 · 跨案分析(可選)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9834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同款設備 utilization · MVA 趨勢圖 · Anomaly detection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160520"/>
            <a:ext cx="5715000" cy="23317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USER 已拍板 5 件 TBD(2026-06-02)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4572000"/>
            <a:ext cx="502920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5720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45720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計算精度 ε &lt; 0.01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55080" y="4937760"/>
            <a:ext cx="502920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493776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4937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Equipment blank/spare skip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55080" y="5303520"/>
            <a:ext cx="502920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530352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53035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 multiplier 抄 Excel 初始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55080" y="5669280"/>
            <a:ext cx="502920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56692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9440" y="5669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 Flow sheet 純文字註記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55080" y="6035040"/>
            <a:ext cx="502920" cy="2926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60350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9440" y="60350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 軟刪除(archived)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" y="6080760"/>
            <a:ext cx="5577840" cy="384048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0807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總計 6.5 sprint ≈ 26 天 · ~5-6 週 · 1 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TBD +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Cleansheet × MVA 計價模組 SD · v0.2 · 2026-06-02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REMAINING TBD · 5 件等 USER 後續拍板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仍待拍板 5 件 + 結論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剩餘不阻塞 Phase 1-2 開工 · Phase 3-4 前須拍板 #9 / #10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6949440" cy="3840480"/>
          </a:xfrm>
          <a:prstGeom prst="roundRect">
            <a:avLst/>
          </a:prstGeom>
          <a:solidFill>
            <a:srgbClr val="06334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⏳ 仍待 USER 拍板 5 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6675120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50008"/>
            <a:ext cx="502920" cy="36576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00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768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Consigned material(客供料)走哪?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532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BOM 端已處理(price=0)· Cleansheet 不另開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2404872"/>
            <a:ext cx="1554480" cy="274320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404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 · 開工後再定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898648"/>
            <a:ext cx="6675120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008376"/>
            <a:ext cx="502920" cy="36576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0837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9352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EE 共用 ME per variant → MVA 仍跨色嗎?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19125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是 · MVA 看製程不看料 · 已預留 variant_key NULL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3063240"/>
            <a:ext cx="1554480" cy="274320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 · 已預留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557016"/>
            <a:ext cx="6675120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666744"/>
            <a:ext cx="502920" cy="36576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667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593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VN / TW baseline 何時拿到?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8496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等 USER 提供;Phase 5 開工前要有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3721608"/>
            <a:ext cx="1554480" cy="274320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7216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· Phase 1-4 不影響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4215384"/>
            <a:ext cx="6675120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325112"/>
            <a:ext cx="502920" cy="36576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25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4251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匯率處理(各廠不同幣別)?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34440" y="4507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走 ERP gl_daily_rates + PO OU 反推 ledger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4379976"/>
            <a:ext cx="1554480" cy="274320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379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· Phase 4 propagate 時用到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4873752"/>
            <a:ext cx="6675120" cy="59436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983480"/>
            <a:ext cx="502920" cy="36576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83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9103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計算結果機密欄位的權限隔離?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34440" y="5166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走 Cortex 既有 4 層 ai_data_policies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32120" y="5038344"/>
            <a:ext cx="1554480" cy="274320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50383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· Phase 3 UI 時整合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98080" y="1783080"/>
            <a:ext cx="4343400" cy="3840480"/>
          </a:xfrm>
          <a:prstGeom prst="roundRect">
            <a:avLst/>
          </a:prstGeom>
          <a:solidFill>
            <a:srgbClr val="06334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1874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結論 · 14 表 × 5 Layer × 26 天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35240" y="233172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26680" y="240487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26680" y="24048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95360" y="23317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EPM 個人 Excel → 公司 DB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35240" y="283464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26680" y="290779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26680" y="29077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595360" y="28346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 SD 只算 MVA · Material 由 BOM 帶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35240" y="333756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26680" y="341071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26680" y="341071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595360" y="333756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SCD Type 2 月版本 · lock 案不受影響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635240" y="384048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26680" y="391363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6680" y="391363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95360" y="3840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lock → propagate · §factory_matrix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635240" y="434340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441655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26680" y="44165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595360" y="434340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cs_run snapshot + archived · audit log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635240" y="4846320"/>
            <a:ext cx="4114800" cy="438912"/>
          </a:xfrm>
          <a:prstGeom prst="roundRect">
            <a:avLst/>
          </a:prstGeom>
          <a:solidFill>
            <a:srgbClr val="0A2540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26680" y="4919472"/>
            <a:ext cx="777240" cy="292608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491947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95360" y="4846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1-4 約 5-6 週 · 1 人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65760" y="5852160"/>
            <a:ext cx="11475720" cy="640080"/>
          </a:xfrm>
          <a:prstGeom prst="roundRect">
            <a:avLst/>
          </a:prstGeom>
          <a:solidFill>
            <a:srgbClr val="06334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下一步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Phase 1-2 即刻開工(不依賴剩餘 TBD)· Phase 3 前確認 #10 機密欄位權限 · Phase 4 前確認 #9 匯率處理 · Phase 5 等 VN/TW EPM 提供 baseline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Cleansheet × MVA 計價模組 SD</dc:title>
  <dc:subject>PptxGenJS Presentation</dc:subject>
  <dc:creator>Cortex 規劃小組</dc:creator>
  <cp:lastModifiedBy>Cortex 規劃小組</cp:lastModifiedBy>
  <cp:revision>1</cp:revision>
  <dcterms:created xsi:type="dcterms:W3CDTF">2026-06-02T07:49:08Z</dcterms:created>
  <dcterms:modified xsi:type="dcterms:W3CDTF">2026-06-02T07:49:08Z</dcterms:modified>
</cp:coreProperties>
</file>