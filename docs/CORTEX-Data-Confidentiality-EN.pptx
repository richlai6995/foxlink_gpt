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154680"/>
            <a:ext cx="3840480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Data Confidentiality Controls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58952" y="3337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Access-Control Mechanisms — Implemented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8952" y="5897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B2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Foxlink AI Integration Platform   ·   Prepared for Customer Security Audit   ·   2026-06-11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Defense-in-Depth Across the Data Lifecycle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1672" cy="1133856"/>
          </a:xfrm>
          <a:prstGeom prst="roundRect">
            <a:avLst>
              <a:gd name="adj" fmla="val 483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1371600" cy="113385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13716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21408" y="1453896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Access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21408" y="189280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can enter — AD/LDAP, OIDC SSO, external MFA, auto role/org binding, instant force-logout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11091672" cy="1133856"/>
          </a:xfrm>
          <a:prstGeom prst="roundRect">
            <a:avLst>
              <a:gd name="adj" fmla="val 483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78608"/>
            <a:ext cx="1371600" cy="113385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78608"/>
            <a:ext cx="13716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121408" y="2706624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Visibility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21408" y="3145536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data they can see — data policies, Oracle Multi-Org scope, KB confidentiality, tiered sharing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31336"/>
            <a:ext cx="11091672" cy="1133856"/>
          </a:xfrm>
          <a:prstGeom prst="roundRect">
            <a:avLst>
              <a:gd name="adj" fmla="val 483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31336"/>
            <a:ext cx="1371600" cy="113385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31336"/>
            <a:ext cx="13716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121408" y="3959352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 &amp; Egress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21408" y="4398264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goes — provider routing, AES-256-GCM key encryption, verifiable downstream identity (JWT)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84064"/>
            <a:ext cx="11091672" cy="1133856"/>
          </a:xfrm>
          <a:prstGeom prst="roundRect">
            <a:avLst>
              <a:gd name="adj" fmla="val 4839"/>
            </a:avLst>
          </a:prstGeom>
          <a:solidFill>
            <a:srgbClr val="F2F6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084064"/>
            <a:ext cx="1371600" cy="113385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084064"/>
            <a:ext cx="13716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121408" y="52120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&amp; Retention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121408" y="565099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Logged &amp; traceable — sensitive-word alerts, multi-source audit trail, tiered auto-purge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 · Customer Data Confidentiality — Implemented Controls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 — Identity &amp; Access Control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0185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AD / LDAP login, hardened against LDAP injection (username allowlist + RFC 4515 filter escaping)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OIDC Single Sign-On with state-parameter CSRF protection (one-shot, auto-expiring key)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Opaque UUID bearer token + server-side session (Redis) — the token carries no identity data; 8-hour sliding expiry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passwords stored with bcrypt (cost 12)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role &amp; org binding from Oracle ERP on first login: department, cost center, division, business group, plant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access enforces multi-factor authentication (Webex DM + Email one-time code)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can force-logout any user instantly — all of that user’s sessions are revoked (immediate de-provisioning)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 · Customer Data Confidentiality — Implemented Controls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 — Row-Scope Data Isolation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a business unit cannot query another unit’s order / procurement / BOM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801368"/>
            <a:ext cx="11018520" cy="4142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policies stored across user / role / category layers, resolved by short-circuit priority order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Connection-layer read-only enforcement — every ERP query forced to SELECT / WITH; all DML/DDL blocked (deterministic, cannot be bypassed)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Out-of-scope query rejection — questions referencing org codes outside the user’s scope are blocked before any SQL is generated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Multi-Org scope filtering — the user’s permitted org / operating-unit / set-of-books is injected as an IN-filter; no scope → zero results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Resolved policy conditions are injected into the AI’s SQL-generation prompt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“Full-block” policy — hard deny for non-admin 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5897880"/>
            <a:ext cx="11018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Layers 1–3 above are enforced in code; layer 4 (policy row-filtering) is delivered via query-generation. Recommended to pair with least-privilege ERP accounts at source for depth.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 · Customer Data Confidentiality — Implemented Controls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 — Knowledge-Base Confidentiality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0185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Per-KB access table grants by user / role / department / cost center / division / plant / business group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permission tiers: use (search &amp; query) vs edit (modify &amp; upload)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KB — even system administrators see list metadata only; content, files and retrieval chunks stay hidden unless they are the owner or explicitly granted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and public states are mutually exclusive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is verified before retrieval — an unauthorized KB never enters the AI’s callable tool set, so it cannot be coerced out via chat / prompt injection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API keys: per-key KB allowlist + allow-confidential flag; write keys must act as a real user and inherit that user’s permissions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 · Customer Data Confidentiality — Implemented Controls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 — Tiered Sharing &amp; Execution-Identity Guarantee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0185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/ dashboard / scheduled-task sharing with two tiers — use vs develop — across 7 grantee types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projects require administrator approval before they take effect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tasks always execute under the owner’s identity — a develop grantee who edits the task cannot escalate privileges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Tasks containing dangerous nodes (DB-write / KB-write / alert) cannot be shared at the develop tier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share records the granter and timestamp for audit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 · Customer Data Confidentiality — Implemented Controls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 — LLM Egress Boundary &amp; Key Protection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01852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providers: Google Gemini (via Vertex AI) and Azure OpenAI; production text generation runs on Vertex AI (enterprise GCP)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stored LLM API keys are encrypted with AES-256-GCM (with integrity tag); the master key is injected via environment / secret store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models use per-model encrypted keys; Gemini production uses Vertex service-account credentials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“thinking” segments are auto-filtered — internal reasoning is never returned to users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Downstream identity (MCP tools): a per-call RS256 JWT (5-min expiry, jti anti-replay) lets downstream systems verify the real user instead of trusting the gateway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5897880"/>
            <a:ext cx="11018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data-protection terms (no-training / zero-retention / data residency) are contractual and provided as a contract annex; data residency follows the GCP / Azure project configuration.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 · Customer Data Confidentiality — Implemented Controls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 — Audit, Detection &amp; Retention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0185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Sensitive-keyword detection on every chat message → logged + asynchronous admin email alert (detect → log → notify)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audit log — login / MFA / IP-trust events with full context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API-key call audit — KB owners can review who accessed via which key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tool-call audit (user email + JWT jti) and ERP tool-execution audit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Tiered retention with daily auto-purge: general audit 90d · sensitive audit 365d · chats 90d · session files 7d · token usage 365d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Per-user and per-model usage attribution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 · Customer Data Confidentiality — Implemented Controls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ERP / Tool Access &amp; SQL-Injection Protection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0185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enforcement at the database connection layer — SELECT / WITH only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tool parameter values are passed as Oracle bind variables — never string-concatenated — blocking parameter-based SQL injection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Numeric / date type validation; list-of-values resolution disambiguates codes and names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tool execution enforces an access check (skill-access table: user / role / dept / plant / division / group)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operations support human-confirmation tokens (5-min, single-use, anti-replay) and a dry-run mode (SAVEPOINT / ROLLBACK)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 · Customer Data Confidentiality — Implemented Controls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10185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enforced layers: identity → data scope → egress → audit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Confidential-data isolation is enforced at multiple machine-level points: connection-layer read-only, out-of-scope rejection, KB content lockout, encrypted keys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audit trail with compliance-grade retention (sensitive records kept 365 days)</a:t>
            </a:r>
            <a:endParaRPr lang="en-US" sz="1400" dirty="0"/>
          </a:p>
          <a:p>
            <a:pPr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Downstream systems receive a verifiable user identity — not blind gateway trust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 · Customer Data Confidentiality — Implemented Controls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5074920"/>
            <a:ext cx="11018520" cy="868680"/>
          </a:xfrm>
          <a:prstGeom prst="roundRect">
            <a:avLst>
              <a:gd name="adj" fmla="val 6316"/>
            </a:avLst>
          </a:prstGeom>
          <a:solidFill>
            <a:srgbClr val="F2F6FA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Source-code evidence is available per security-questionnaire item on request.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 — Customer Data Confidentiality Controls</dc:title>
  <dc:subject>PptxGenJS Presentation</dc:subject>
  <dc:creator>FOXLINK GPT (CORTEX)</dc:creator>
  <cp:lastModifiedBy>FOXLINK GPT (CORTEX)</cp:lastModifiedBy>
  <cp:revision>1</cp:revision>
  <dcterms:created xsi:type="dcterms:W3CDTF">2026-06-11T05:03:23Z</dcterms:created>
  <dcterms:modified xsi:type="dcterms:W3CDTF">2026-06-11T05:03:23Z</dcterms:modified>
</cp:coreProperties>
</file>