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36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16952" y="420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OIBG-aligned · 2026-05-26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1457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Project Management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274320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34747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讓接單更快 · 知識會累積 · 主管看得見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RFQ Flow · ⭐ Wizard · AI 加速 · Multi-PM · RACI · Stage Gate · v0.5 補 Variant/NRE/PKG/三廠矩陣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步驟 · 30min → 5min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8698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 10 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8698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狀態 SUMMARY 三處顯示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1636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31636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DPM/BPM/MPM/EPM 各帶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64574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RACI + Gate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64574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A/R 雙角色 · 業務確認制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規劃小組 · 內部簡報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一頁懂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TL;DR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一句話懂 Cortex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集中平台 · AI 加速 · 知識累積 — 三件事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783080"/>
            <a:ext cx="3636264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🏢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集中平台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280160" y="4160520"/>
            <a:ext cx="18074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資訊不散落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進度透明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76344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76344" y="1783080"/>
            <a:ext cx="3636264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76344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4276344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90744" y="4160520"/>
            <a:ext cx="1807464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76344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開案 5 分鐘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6344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狀態秒看清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86928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86928" y="1783080"/>
            <a:ext cx="3636264" cy="45720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86928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📚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186928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知識累積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101328" y="4160520"/>
            <a:ext cx="1807464" cy="0"/>
          </a:xfrm>
          <a:prstGeom prst="line">
            <a:avLst/>
          </a:prstGeom>
          <a:noFill/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86928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結案進 KB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86928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全員學習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5943600"/>
            <a:ext cx="11457432" cy="502920"/>
          </a:xfrm>
          <a:prstGeom prst="roundRect">
            <a:avLst>
              <a:gd name="adj" fmla="val 10909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不是另起新系統,是 Cortex 加一個 menu 入口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業務 5 痛點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業務報價的 5 個痛點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這個平台一次解決這 5 件事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24h SLA 但資訊散落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69164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Email / Webex / Excel / 個人電腦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42316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歷史案沒沉澱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42316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類似案來了還是要重跑一次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主管看不到整體進度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15468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哪個專案卡住要一個個問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886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跨部門協作 15+ 角色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88620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訊息散落不同 channel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61772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4300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Schedule 是 dependency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461772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「QA+1day」Excel 算不準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989320"/>
            <a:ext cx="11457432" cy="502920"/>
          </a:xfrm>
          <a:prstGeom prst="roundRect">
            <a:avLst>
              <a:gd name="adj" fmla="val 10909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5760" y="598932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60624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➡  這個平台一次解決這 5 件事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1118311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 解 #1 + AI 加速 10 項解 #2/#3/#4 + Dependency Gantt 解 #5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系統架構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系統架構鳥瞰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主入口 → 通用 API 層 → 5 個底層服務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8714232" cy="594360"/>
          </a:xfrm>
          <a:prstGeom prst="roundRect">
            <a:avLst>
              <a:gd name="adj" fmla="val 12308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737360" y="1691640"/>
            <a:ext cx="8714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主入口  cortex.foxlink.com.tw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984248"/>
            <a:ext cx="8714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Sidebar:對話 / 技能 / 知識庫 / AI 戰情 / [專案管理] 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4476" y="22860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2606040"/>
            <a:ext cx="11457432" cy="1691640"/>
          </a:xfrm>
          <a:prstGeom prst="roundRect">
            <a:avLst>
              <a:gd name="adj" fmla="val 4324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6791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通用專案 API 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82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機密欄位處理(集中 middleware)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0236" y="3182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88836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流程引擎(stage + Stage Gate + SLA + dependency)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channel 戰情會議室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0236" y="3547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88836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資料整合層(ERP / SFC / BI 視覺化 mapping)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01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AI 加速 10 項 + 開案 Wizard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60236" y="3913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88836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Plugin(QUOTE / GENERAL / IT / TRAINING)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4476" y="42976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65760" y="4572000"/>
            <a:ext cx="2181758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5760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65760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projects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lifecycle + Stage Gate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84678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684678" y="4572000"/>
            <a:ext cx="2181758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684678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84678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30398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templates + tasks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03597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003597" y="4572000"/>
            <a:ext cx="2181758" cy="4572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003597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003597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KB 雙層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49317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Live + 沉澱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22515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322515" y="4572000"/>
            <a:ext cx="2181758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22515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322515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成員/角色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68235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+ 4 PM · RACI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41434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641434" y="4572000"/>
            <a:ext cx="2181758" cy="457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641434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641434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ERP/SFC/BI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687154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snapshot 連線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6035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原則:90% 通用層 + 10% Plugin 特化 · 機密處理集中,不分散到各模組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主畫面 · ⭐ Wizard 7 步驟概覽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 · v3 NEW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步驟 Wizard · 30min → 5min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AI #1 / #2 / #32 / #37 · 大量 AI 預填,業務只要 confirm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" y="1897380"/>
            <a:ext cx="1104595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06752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0675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3872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7744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4774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64864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機密設定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88736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8873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05856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PM/Team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9728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2972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6848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流程模板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70720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707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87840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重要緊急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411712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1171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228832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確認啟動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02920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21864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RFQ 解析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拖 RFQ PDF · AI 解析填表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30624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367784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367784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6728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/ #32 / #37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67784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367784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推薦 5 案 + PM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5488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232648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23264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51592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(rule)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32648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機密設定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32648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預判機密欄位並預勾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02920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21864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(#2 延伸)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PM/Team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02920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業務指派 DPM 主 PM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30624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367784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67784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86728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(template)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67784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流程模板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367784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套 8-stage + AI 算 dependency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095488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232648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232648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451592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(rule)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32648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重要緊急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32648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priority_score 矩陣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230624" y="5111496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367784" y="5248656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367784" y="5248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86728" y="5248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367784" y="5614416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確認啟動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367784" y="5980176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一頁預覽 + 系統自動執行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65760" y="6446520"/>
            <a:ext cx="11457432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365760" y="64465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業務體感:30 分鐘 → 5 分鐘 · 7 步驟引導 · 新人也不會漏項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1 · 整合 AI #1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1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 · RFQ 自動解析</a:t>
            </a:r>
            <a:endParaRPr lang="en-US" sz="2400" dirty="0"/>
          </a:p>
        </p:txBody>
      </p:sp>
      <p:pic>
        <p:nvPicPr>
          <p:cNvPr id="8" name="Image 0" descr="/home/claude/screenshots/w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業務拖 PDF 進系統(左下角拖檔區)· AI 0.8 秒解析,自動填客戶/料號/數量/交期 · 右側 AI 助手 panel 顯示 #1 RFQ 解析 + 信心度 92%、抓出 5 個規格不清(電壓 / RoHS)· 業務 confirm 即可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原業務需 30 分鐘讀 PDF 抓欄位 + 寫表單 → AI 0.8 秒抓 + 預填 70%,業務只看 + confirm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2 · 整合 AI #2 #32 #37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2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 · 推薦 PM + 交期合理性</a:t>
            </a:r>
            <a:endParaRPr lang="en-US" sz="2400" dirty="0"/>
          </a:p>
        </p:txBody>
      </p:sp>
      <p:pic>
        <p:nvPicPr>
          <p:cNvPr id="8" name="Image 0" descr="/home/claude/screenshots/w_ste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推薦 5 個相似案(Apple USB-C 同類)· 顯示歷史結果(WIN/LOSS)· 毛利 / 廠區 / 週期 / 主 PM · 右側 AI 觀察 panel 推薦主 PM(Mike Wang 處理過 3 個 Apple USB-C)+ 預估 21 天 + 交期合理性綠燈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#2 歷史相似 + #32 交期合理性 + #37 主動推薦 — 開案立刻知道「有沒有歷史可參考、誰最適合接、多久會做完、客戶要的時間做不做得到」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7 · 確認啟動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7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 + 啟動 · 系統自動建一切</a:t>
            </a:r>
            <a:endParaRPr lang="en-US" sz="2400" dirty="0"/>
          </a:p>
        </p:txBody>
      </p:sp>
      <p:pic>
        <p:nvPicPr>
          <p:cNvPr id="8" name="Image 0" descr="/home/claude/screenshots/w_ste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一頁預覽全設定:客戶/料號/PM 三劍客/Workflow/機密旗標 · 點啟動後系統自動執行 5 件事(建 7 channels / 8 stages 任務 / 通知 / Pin 啟動公告 / 啟動 SLA 倒數)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confirm 後 0 動作 — 系統包辦所有 setup;從拖 RFQ 到此 step 共 5 分鐘(原本 30 分鐘)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戰情會議室 · 整合 AI #21 #23 #24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WAR ROOM · MULTI-CHANNEL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戰情會議室 · Slack-like 三欄 + AI 整合</a:t>
            </a:r>
            <a:endParaRPr lang="en-US" sz="2400" dirty="0"/>
          </a:p>
        </p:txBody>
      </p:sp>
      <p:pic>
        <p:nvPicPr>
          <p:cNvPr id="8" name="Image 0" descr="/home/claude/screenshots/w_warroom_ann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頂部 8-stage Ribbon · 中間 3 欄(channel sidebar / 訊息流 / 任務+成員)· #announcement 頂部 Pin ⭐ AI 狀態 SUMMARY(漸層大卡 · 三段式 進度/風險/待辦)· 右欄成員依 PM Team 分組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AI #21 狀態 SUMMARY (核心) + #23 自動寫決策紀錄 + #24 訊息智慧排序;⭐ Pin 是 #21 狀態 SUMMARY 三處顯示之一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Channel 內 AI · 整合 AI #5 #26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IN-CHANNEL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Channel 內 AI · Q&amp;A 草稿 + Bot 主動提醒</a:t>
            </a:r>
            <a:endParaRPr lang="en-US" sz="2400" dirty="0"/>
          </a:p>
        </p:txBody>
      </p:sp>
      <p:pic>
        <p:nvPicPr>
          <p:cNvPr id="8" name="Image 0" descr="/home/claude/screenshots/w_qa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#qa-customer 進入後 AI 自動產 5 個問題草稿(分析 RFQ + PRD 抓規格不清)· Q1 影響 BOM、Q3 影響 NRE 標註 · 業務點 [全選送出 → BPM] 即送客戶 · 不用 DPM 自己想要問什麼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#5 Q&amp;A 草稿:DPM 從零想 30 分鐘 → AI 列好 5 分鐘編輯;AI #26 Bot 主動提醒:SLA 接近 + 上下文判斷,@對應 owner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Form · RACI + AI 建議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 · RACI +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 填寫 · 9 sections (v0.5 補 4 段) · RACI A/R + 每欄位 AI 建議</a:t>
            </a:r>
            <a:endParaRPr lang="en-US" sz="2400" dirty="0"/>
          </a:p>
        </p:txBody>
      </p:sp>
      <p:pic>
        <p:nvPicPr>
          <p:cNvPr id="8" name="Image 0" descr="/home/claude/screenshots/w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左欄 9 sections(客戶資料 / CMF 變體 v0.5 / BOM / 包裝 BOM v0.5 / 詢價 / NRE 成本 v0.5 / 成本核算+多廠矩陣 v0.5 / 議價 / 法務)· 版本鏈 v1→v3→v4 draft → FINAL · 機密欄位 🔒 · AI 建議按鈕在每欄位旁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 form 欄位有 R / A 雙角色標記 · AI 建議 &lt; 2s · v0.5 補 4 段對齊真實案(SteelSeries Rival 3 校驗):Variant 軸 / NRE 11 項 / PKG 16 項 / CN-VN-TW 三廠矩陣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§B Form v0.5 新能力 · 真實案校驗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Cortex 通用專案管理平台 · v0.5 (2026-05-26) · OIBG-aligned · ⭐ Wizard + AI 加速 + v0.5 Form 補強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v0.5 · 真實案校驗 SteelSeries Rival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引擎補 4 段 · 對齊真實 RFQ 需求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Variant 維度 · NRE 11 項 · PKG 16 項 · CN/VN/TW 三廠矩陣 — spec §11.3.5–11.3.8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49840" y="713232"/>
            <a:ext cx="164592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49840" y="713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v0.5 · 4 段新規格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1755648"/>
            <a:ext cx="73152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 變體 (Variant Dimension)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56632" y="1901952"/>
            <a:ext cx="713232" cy="219456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56632" y="19019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1671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同案管理多 SKU(黑/白)— Phase 1 單軸 ≤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axis_key: cmf_color → values: [Black, White]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per_variant: ME BOM / qty / material cost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shared: EE BOM / PKG / 客戶資料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UI: Variant Tab Switcher + Roll-up widget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0449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30449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Black 80% (334K) + White 20% (84K)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17556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1755648"/>
            <a:ext cx="73152" cy="16002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 Costs Section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954512" y="1901952"/>
            <a:ext cx="713232" cy="219456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954512" y="19019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1671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QUOTE_STANDARD 預設 11 項 + 自訂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4140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Build / EMC / DVE / Travel / Dev+NPI / Reliability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Pkg RET / ORT / MTE Fixture / Tooling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雙欄 Original vs Negotiated · Δ% 顯示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攤提到單價(附註,不加進 unit cost)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28232" y="30449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64808" y="30449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$218.9K → $37.9K · ↓ 82.7% 議價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5844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65760" y="3584448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Packaging Sub-form (child-table)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56632" y="3730752"/>
            <a:ext cx="713232" cy="219456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56632" y="37307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" y="39959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16-項 child-table · 3 預設範本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2428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Gift Box / Inner Pad / Seal / PE Bag / Labels / Pallet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範本:Mouse · Headset · Connector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pallet_compliance:EU EPAL / US GMA / APAC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vendor 走 §inquiry 同 master · cross-ref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48737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66928" y="4873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16 項 PKG · 4 廠商 · V20 三規 pallet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35844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263640" y="3584448"/>
            <a:ext cx="73152" cy="160020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46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MTX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Multi-Factory Cost Matrix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954512" y="3730752"/>
            <a:ext cx="713232" cy="219456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954512" y="37307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39959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04-29 決議:資料 P1 · AI 解讀 P2+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46520" y="42428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data_type=matrix · 廠 × PKG option 二維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預設 axes:CN / VN / TW × OptA / B / 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cells:material / prime / total_cost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AI 解讀(#14 deepening)留 Phase 2+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28232" y="48737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64808" y="4873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9-cell heat-map · spread $1.58 · $660K/yr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5285232"/>
            <a:ext cx="11475720" cy="11430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48640" y="535838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 (SteelSeries Rival 3+ ELM5 Gen2) 校驗結論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5650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段補強同步 spec / HTML demo / pptx ·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9-section form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成員 + 7 channels + 8 stages ·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matrix heat-map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 議價 -82.7%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 #14「三廠對比 AI 解讀」決議修正:資料矩陣 → Phase 1 必要(客戶交付物)· AI 解讀仍留 Phase 2+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6163056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不影響 Phase 1 預算 · 4 段補強只是把 spec 對齊真實案,Form Builder 架構 (§11.1) 已支援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任務 · Dependency Gantt + AI #29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TASKS · GANTT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任務看板 + Dependency Gantt</a:t>
            </a:r>
            <a:endParaRPr lang="en-US" sz="2400" dirty="0"/>
          </a:p>
        </p:txBody>
      </p:sp>
      <p:pic>
        <p:nvPicPr>
          <p:cNvPr id="8" name="Image 0" descr="/home/claude/screenshots/w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頂部 [Kanban / Gantt / EPIC 樹] toggle · Gantt 視圖顯示 dependency-based 排程(QA+1d / EE BOM+3d / EE BOM Cost+1d)· 客戶晚回 3 天 → 後續自動推遲 · 右下 AI #29 任務拆解 panel(一句話「跑越南成本」→ 4 子項)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Dependency-based Deadline 是 OIBG flow 核心特色 · 對應 Schedule example 寫的「Schedule update (DPM, QA response+1day)」 — 系統自動算 + 連動更新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儀表板 · 整合 ⭐ AI #21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CROSS-PROJECT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跨專案儀表板 · 列表帶 ⭐ Status SUMMARY</a:t>
            </a:r>
            <a:endParaRPr lang="en-US" sz="2400" dirty="0"/>
          </a:p>
        </p:txBody>
      </p:sp>
      <p:pic>
        <p:nvPicPr>
          <p:cNvPr id="8" name="Image 0" descr="/home/claude/screenshots/w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進系統第一眼:8 張專案卡 · 5 種 lifecycle 狀態(ACTIVE/DRAFT/PAUSED/CLOSED/REOPENED)· 機密案琥珀邊條 · 每張活躍卡帶一行 ⭐ AI 狀態 SUMMARY(cache 30 min)· 主管不點進專案就知進度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#21 狀態 SUMMARY 三處顯示之一(此處是「專案列表行下」)· 其他兩處:#announcement Pin / Watchlist hover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核心特色 · ⭐ Status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CORE FEATURE · #21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Status SUMMARY · 三處顯示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自動產出 + 三處同步顯示 · 主管 30 秒看完所有專案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📢  1. #announcement Pinned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每天 09:00 自動 / Stage 切換 / @bot summary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"等客戶 Q&amp;A 回覆,後段 BOM 提供已 ready"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進度: Stage 3, BOM 預先做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風險: 客戶 5 天沒回, SLA 80%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待辦: BPM 主動 follow 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1104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61104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98264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📋  2. 專案列表行下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98264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每行專案下方一行灰字摘要 (cache 30 min)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98264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89704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QT-2026-0143 / Apple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ⓘ 等客戶 Q&amp;A 5 天,後段 BOM 已 ready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QT-2026-0145 / Sony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ⓘ 核算階段 80%,只剩工時待填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56448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156448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93608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📊  3. 主管 Watchlist Hover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3608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priority_score≥6 自動訂閱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93608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5048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 QT-2026-0143: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tooltip 完整摘要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"等客戶 Q&amp;A 回覆..."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進度 / 風險 / 待辦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98348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觸發時機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507492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🕘 每天 09:00 自動產出      🔄 Stage 切換時自動更新      💬 任意 channel 手動 @bot summary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715000"/>
            <a:ext cx="11457432" cy="777240"/>
          </a:xfrm>
          <a:prstGeom prst="roundRect">
            <a:avLst>
              <a:gd name="adj" fmla="val 7059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65760" y="571500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57881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 業務最有感的 AI 功能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 30 秒掃完所有專案 · 業務不用爬 channel 翻訊息 · 7 channel + form + tasks 全部 AI 跨來源摘要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Multi-PM + RACI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 + RACI + PM Team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業務(主+助理) HOST · 4 種 PM 各帶自己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5676" y="16916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65676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Amy(主)+ Lisa(助)= HOST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4476" y="21945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91156" y="2377440"/>
            <a:ext cx="7406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9115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9387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93876" y="2514600"/>
            <a:ext cx="219456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9387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387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387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EE/ME/RD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6003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76275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762756" y="2514600"/>
            <a:ext cx="2194560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6275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6275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6275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SMT/EPM/採購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2891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3163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31636" y="2514600"/>
            <a:ext cx="219456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3163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163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Lisa-B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163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客戶窗口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9779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70051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700516" y="2514600"/>
            <a:ext cx="2194560" cy="2743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70051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0051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Wei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0051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NPI 工程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36576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RACI 範例(對齊 OIBG flow)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38912" y="4023360"/>
            <a:ext cx="367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項目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58056" y="4023360"/>
            <a:ext cx="2240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 · 背鍋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45021" y="4023360"/>
            <a:ext cx="5105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 · 實作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11457432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4773168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38912" y="4389120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BOM cost - EE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58056" y="4389120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45021" y="4389120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台北採購 / 工廠採購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5157216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38912" y="4773168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BOM cost - PKG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58056" y="4773168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MPM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45021" y="4773168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工廠採購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5157216"/>
            <a:ext cx="11457432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65760" y="5541264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8912" y="5157216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Cleansheet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258056" y="5157216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45021" y="5157216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 team / NPI EPM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5925312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8912" y="5541264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NRE - ME Tooling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58056" y="5541264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45021" y="5541264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廠商 / 塑件 PM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Stage 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Gate · 業務確認制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不自動跳 · 全 task 完成 → 業務點「進入下一 stage」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695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8843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8843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159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2307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2307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READY_FOR_GATE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4623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5771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5771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46236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業務點「進入下一 stage」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#announcement channel 範例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1457432" cy="2286000"/>
          </a:xfrm>
          <a:prstGeom prst="roundRect">
            <a:avLst>
              <a:gd name="adj" fmla="val 2400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1089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📌  [系統訊息]  Stage 4(BOM 提供)全部 task 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4747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EE BOM 完成 by Lin(EE)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3767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ME BOM 完成 by Wang(ME)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05993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Tooling cost 完成 by 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請業務或業務助理確認進入 Stage 5(並行 Collect)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0060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進入 Stage 5(並行)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限業務 Amy / 助理 Lisa 點擊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65760" y="5852160"/>
            <a:ext cx="73152" cy="64008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59253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⚖  Stage 6 / 7 / 8 都走 gate 確認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flow「集合會議」概念 — 業務開會確認可以進下一步;業務不在線時業務助理可代行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機密保護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CONFIDENTIALITY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機密保護 · 欄位級 + 4 種顯示策略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建立時勾欄位 · 邀請成員時個別授權 · 不同人看到不同畫面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828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建立專案時: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☑ 標記為機密專案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↓ 勾選哪些欄位機密: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報價金額 (amount)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5716" y="28803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85716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毛利率 (margin)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5716" y="33375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85716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490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成本明細 (cost_breakdown)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85716" y="37947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85716" y="3794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2062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客戶名稱 (customer_name)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85716" y="42519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85716" y="4251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ALIAS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6634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數量 (quantity)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85716" y="47091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85716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RANGE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31636" y="1691640"/>
            <a:ext cx="5591556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14516" y="1828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不同人看到不同畫面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14516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Amy: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1471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68712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14516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Mike: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14716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6871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14516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 John (已授權):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14716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68712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14516" y="3474720"/>
            <a:ext cx="5225796" cy="0"/>
          </a:xfrm>
          <a:prstGeom prst="line">
            <a:avLst/>
          </a:prstGeom>
          <a:noFill/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14516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 Lin (未授權):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14716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Tier-A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99439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Tier-M(中)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14516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Observer: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14716" y="4069080"/>
            <a:ext cx="3762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客戶: A001 · 數量: 100~500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14516" y="46177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← 走 ALIAS / RANGE / TIER / MASK 4 種策略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14516" y="50749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種顯示策略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14516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14516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60236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分級(Tier-A)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32395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732395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78115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代號(A001)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0274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050274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95994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打星(蘋果****)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368153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368153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413873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區間(100~500)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知識沉澱 + ERP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KNOWLEDGE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知識沉澱:Live KB + 沉澱 KB(雙層)+ ERP 整合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進行中 Live KB 即時可查 · 結案 AI 摘要 + 脫敏 → 沉澱 KB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1276" y="16916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51276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Inbound: ERP / SFC / BI(custom_sql + 視覺化 mapping UI)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2194560"/>
            <a:ext cx="0" cy="228600"/>
          </a:xfrm>
          <a:prstGeom prst="line">
            <a:avLst/>
          </a:prstGeom>
          <a:noFill/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80076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↓ 拉值 + snapshot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94076" y="246888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94076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Live KB (per-project) · 進行中即時可查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4076" y="27614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 channel 訊息 / 檔案 / 任務 / ERP 快照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57316" y="3154680"/>
            <a:ext cx="274320" cy="36576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77356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94076" y="3611880"/>
            <a:ext cx="6400800" cy="594360"/>
          </a:xfrm>
          <a:prstGeom prst="roundRect">
            <a:avLst>
              <a:gd name="adj" fmla="val 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94076" y="3611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摘要 + 脫敏(關鍵決策 / 卡關原因 / 解法 · 客戶名→A001 金額→Tier-A)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62556" y="4526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62556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完整版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62556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該事業處可查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68796" y="4526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68796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脫敏版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68796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全公司可學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89788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5897880"/>
            <a:ext cx="73152" cy="5943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971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 範例 RAG 查詢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183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👤「USB-C 給車用客戶過去策略?」  →  🤖 找到 3 案 → 2 Win / 1 Loss,平均毛利 Tier-M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13 角色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角色身份(全 admin 手動授,一人多身份)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專案身份 6 + 系統 / 工作流身份 7 = 13 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專案身份(6)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project.sales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業務(發起人 + Stage Gate)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project.bu_director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 主管(處級,multi-BU 授權)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project.top_director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最高層主管(全公司)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project.bu_super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 經管(主動 self-join)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project.hq_super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HQ 經管(主動 self-join 全公司)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PM(sub_role: DPM/BPM/MPM/EPM)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1636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 / 工作流身份(7)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4516" y="22860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workflow.admin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4516" y="248716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 SYSTEM 流程模板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14516" y="276148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workflow.bu_editor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14516" y="296265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 BU 流程模板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14516" y="323697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data.connection_manager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14516" y="3438144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ERP / SFC 連線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14516" y="3712464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notification.editor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14516" y="3913632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編通知規則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14516" y="4187952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confidential.policy_editor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14516" y="43891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編機密策略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4516" y="466344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14516" y="486460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系統管理員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14516" y="513892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admin.testing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14516" y="534009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測試模式 toggle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65760" y="58521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59253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📐  原則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217920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 admin 手動授;一人多身份(union 權限);一般專案參與者不需預授(可跨組織邀)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整合 Cortex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Cortex 既有模組(混合策略)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重做 / 保留 / 共用 / 抽出 — 4 種處理方式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" y="1783080"/>
            <a:ext cx="4627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既有模組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842" y="1783080"/>
            <a:ext cx="653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處理方式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" y="214884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戰情會議室 / 任務看板 / Form 引擎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842" y="214884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重做(專案脈絡耦合強)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8912" y="265176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戰情(BI)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842" y="265176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保留 + 可嵌入專案頁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65760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8912" y="315468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知識庫市集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842" y="315468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共用,新增 projects-* 命名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" y="365760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技能 / ERP / MCP / 文件範本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842" y="365760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完全共用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4663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8912" y="416052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聊天底層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842" y="416052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Phase 2 抽出 = 域內通訊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516636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8912" y="466344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教育訓練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842" y="466344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完全獨立(P4 看雙向)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5486400"/>
            <a:ext cx="11457432" cy="100584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" y="5486400"/>
            <a:ext cx="73152" cy="100584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55595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 機密處理集中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機密處理集中在平台層 confidentialityMiddleware · 各模組統一消費,不分散邏輯 · 因此無論哪個模組存取機密欄位,都走同一份策略表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§D ⭐ AI 加速能力一頁懂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ACCELERATION · v0.5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 10 項 + ⭐ 開案 Wizard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末上線 · Gemini Flash 預估 USD $150-250 / 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7 步驟 Wizard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#1 RFQ 解析 + #2 歷史相似 + #32 交期合理 + #37 主動推薦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業務拖 RFQ → AI 自動填 → 推薦 PM → 7 步驟到啟動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88552" y="1856232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88552" y="1856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 分鐘 → 5 分鐘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57984" y="2834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 SUMMARY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三處顯示(核心)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770632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770632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70632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RFQ 自動解析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70632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拖檔填表 70%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92624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084064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84064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4064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歷史相似案推薦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84064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推薦 PM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06056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97496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97496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97496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 問題草稿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97496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列 5-10 問題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19488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710928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710928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10928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決策紀錄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10928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 Pin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7200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訊息智慧排序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@我/Decision/Blocker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770632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70632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70632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Bot 主動提醒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770632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SLA 接近自動催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92624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084064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84064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84064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任務自動拆解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84064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一句話 → N 子項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06056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762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397496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397496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961120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加分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97496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交期合理性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397496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最早 / 推薦 deadline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619488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762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710928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710928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274552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710928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歷史案主動推薦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9710928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機會偵測 surface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" y="5532120"/>
            <a:ext cx="11457432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635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4864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已移除(12→10):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377440" y="553212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#14 三廠對比 AI 解讀(僅解讀延 P2+ · 資料已補 §11.3.8)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65760" y="6080760"/>
            <a:ext cx="11457432" cy="411480"/>
          </a:xfrm>
          <a:prstGeom prst="roundRect">
            <a:avLst>
              <a:gd name="adj" fmla="val 13333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365760" y="608076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48640" y="61539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48640" y="6446520"/>
            <a:ext cx="11183112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 Gemini Flash 預估 USD $150-250 / 月 · Phase 2 / 3 已規劃 13 項深化(Cleansheet / 智慧定價 / ML 預測)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對外系統交付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CUSTOMER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對外系統交付:不直接對客戶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透過下游「客戶報價系統」· Phase 1-3 純人工傳 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94276" y="17830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A2540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94276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本平台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4276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7316" y="246888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77556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完成單價 / Excel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94276" y="28346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FFAF1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94276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在平台下載 Excel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4276" y="3172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完成單價 / 報價 Excel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57316" y="352044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77556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人工傳遞 (Phase 1-3)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4276" y="38862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94276" y="3931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客戶報價系統(下游)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94276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與客戶互動(他們做)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57316" y="457200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77556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客戶報價系統與客戶互動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4276" y="493776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94276" y="4983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94276" y="5276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收到報價單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1-3: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純人工傳遞 Excel (PM 下載後手動傳)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Future: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612648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雙向 API 串接(待客戶報價系統提供 API)·  ❌ 不做:Email gateway / 客戶 portal / 電子簽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安全分層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 LAYERS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安全分層 · 4 層防護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身份驗證 / ACL / 加密 / 浮水印+稽核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身份驗證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19456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SSO 登入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45920" y="244144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離職自動撤權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278892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27889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6459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權限控管 ACL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沒被邀請完全看不到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45920" y="353872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金額欄位個別授權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38862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" y="3886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6459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資料加密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38912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機密欄位 AES-256(連 DBA 看不到明文)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463600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Oracle TDE 表空間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98348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" y="4983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983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6459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浮水印 + 稽核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548640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匯出檔案自動蓋浮水印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645920" y="573328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操作紀錄永久保留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12648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沒做:獨立網址 / 強制 2FA(內部使用,合規不要求物理隔離)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上線時程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上線時程 · 4 Phase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~6 週(2-4 + AI 加速 1.5-2)· Phase 2 4-8 週 · Phase 3 8-12 週 · Phase 4 持續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91440" cy="10972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 週(2-4 + AI 1.5-2)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 schema + project_types  ·  Form 引擎 GUI Builder  ·  大項/小項 task + RACI + Multi-PM + Stage Gate  ·  Dependency-based deadlines  ·  多 channel 戰情會議室(含 DM)  ·  跨專案儀表板  ·  Inbound 資料整合層  ·  ⭐ 開案 7 步驟 Wizard + AI 加速 10 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880360"/>
            <a:ext cx="91440" cy="109728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4-8 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97180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super_user / Bot 整合  ·  結案 fork + KB sediment  ·  域內通訊(跨專案 channel)  ·  AI 戰情 embed  ·  AI 13 項深化(智慧定價 / Cleansheet / 主管日報)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4069080"/>
            <a:ext cx="91440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8-12 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416052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What-if / 贏單預測 / 多級簽核  ·  ML 預測警示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525780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5257800"/>
            <a:ext cx="91440" cy="10972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5349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持續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53492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TRAINING / IT plugin  ·  客戶報價系統 API 對接  ·  長料件預警(試產轉量產)  ·  三廠成本對比 AI 解讀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預期效益(量化)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預期效益 · 量化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業務效率 / 主管效率 / 知識資產 — 三類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3666744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業務效率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開案時間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(Wizard)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RFQ 解析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(#1 AI)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 整理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人想 30 分鐘 → 5 分鐘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8912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(#5 AI)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任務拆解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12064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(#29 AI)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53492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24h SLA 達標率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6235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?% → 90%+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61104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261104" y="1691640"/>
            <a:ext cx="366674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61104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主管效率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8264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專案狀態檢視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98264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不爬 channel → 30 秒看完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8264" y="292608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(SUMMARY)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98264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跨案進度掌握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98264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一個個問 → 燈號儀表板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98264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異常專案發現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98264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事後知道 → Bot 主動提醒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6448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156448" y="1691640"/>
            <a:ext cx="3666744" cy="54864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156448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知識資產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608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知識保留率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93608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靠個人 Excel → 100% 結案沉澱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3608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新人 ramp-up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93608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個月 → 縮短 50%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93608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跨組找回訊息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93608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翻 chat → 多 channel 直接找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風險與緩解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風險與緩解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783080"/>
            <a:ext cx="4627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842" y="1783080"/>
            <a:ext cx="653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緩解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6060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" y="21488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通用化稀釋報價特色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842" y="21488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UI 顯著差異化(QUOTE 主題色 + 戰情會議室 + SLA banner)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8912" y="26060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主入口失去 hostname 隔離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842" y="26060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ACL + 加密 + 稽核補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" y="3520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" y="30632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訊息永久保留 →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842" y="30632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Hybrid Partition + Compress Archive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8912" y="35204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channel 一開始上手曲線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842" y="35204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QUOTE 預設 7 channels 已建好,業務不用自建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" y="44348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8912" y="39776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 + RACI 概念複雜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842" y="39776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既有邏輯,業務本來就用這邏輯只是沒系統支援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8912" y="44348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Gate 阻塞流程?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842" y="44348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+ 助理一定有人在線 · admin testing 可繞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65760" y="53492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8912" y="48920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過早 ML 過擬合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842" y="48920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拆 3 層,P3 才上 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806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8912" y="53492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Wizard 預填錯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842" y="53492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confirm 機制 + audit log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Phase 1 啟動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KICKOFF CHECKLIST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啟動 Checklist · 主管要協助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691640"/>
            <a:ext cx="522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🔴 開工前必補(主管授權)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admin / top_director / bu_director 名單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業務部 / PM 部 LDAP group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組織層級(BG / BU / sub-BU)結構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Tier 邊界確認(金額 USD / 毛利率)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Pilot 候選 RFQ 案 1-2 個 + PM 陪跑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DPM/BPM/MPM/EPM 名單(對應 Multi-PM)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QUOTE form 16 項 deliverable RACI 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4516" y="1691640"/>
            <a:ext cx="522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🟡 開發中補(業務 / 財務)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4516" y="2331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QUOTE form 完整欄位清單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4516" y="2788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Tier USD 邊界(財務確認)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14516" y="32461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Notification 規則初始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4516" y="37033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Dependency Schedule 範本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589788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5989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時程: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 收 checklist  →  W1-3 收資料  →  W4 Kickoff  →  W6 內部測試  →  W9-12 Pilot  →  W13 正式發布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待主管決議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v0.5 (2026-05-26) · OIBG-aligned · ⭐ Wizard + AI 加速 + v0.5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EXEC DECISIONS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待主管決議的事項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通用平台方向(取代 v0.3.5 報價特化)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98424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一個底層服務多種專案類型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3591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整合到 Cortex 主入口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放棄獨立 hostname / 2FA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0266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3.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全平台訊息 / 檔案 / KB 永久保留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31927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Storage 成本以 Hybrid Partition 控制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69417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4.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7398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對外不直接面向客戶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986784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透過客戶報價系統 · Phase 1-3 人工傳 Excel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361688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3616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5.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4074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上線時程 ~6 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4654296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開工前 1-2 週主管協助提供資料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502920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5029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6.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5074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對齊 OIBG RFQ flow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532180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Multi-PM + RACI + Stage Gate + Dependency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696712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56967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7.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742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AI 加速 10 項 + 開案 Wizard 必上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59893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業務開案 30min → 5min · 狀態檢視不爬 channel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0"/>
            <a:ext cx="11457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感謝聆聽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246888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722876" y="320040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56616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Wizard 30→5min · AI 加速 10 項 · 狀態 SUMMARY · v0.5 補:Variant / NRE / PKG / 三廠矩陣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docs/projects-platform-spec.md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docs/oibg-rfq-flow-explained.md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157216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docs/projects-platform-slides.md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5449824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docs/projects-platform-launch-checklist.md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規劃小組 · v0.5 · 2026-05-26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通用專案管理平台 — 主管簡報 v3</dc:title>
  <dc:subject>PptxGenJS Presentation</dc:subject>
  <dc:creator>Cortex 規劃小組</dc:creator>
  <cp:lastModifiedBy>Cortex 規劃小組</cp:lastModifiedBy>
  <cp:revision>1</cp:revision>
  <dcterms:created xsi:type="dcterms:W3CDTF">2026-05-04T05:26:02Z</dcterms:created>
  <dcterms:modified xsi:type="dcterms:W3CDTF">2026-05-04T05:26:02Z</dcterms:modified>
</cp:coreProperties>
</file>