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2C39A"/>
                </a:solidFill>
                <a:latin typeface="Microsoft JhengHei"/>
              </a:rPr>
              <a:t>FOXLINK 正崴 · CORTEX AI 整合平台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74980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CORTEX 開發進度報告 — 執行狀況與下半年規劃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Microsoft JhengHei"/>
              </a:rPr>
              <a:t>對話 × 知識庫 × AI 戰情 × 教育訓練 × 辦公室自動化 — 一站式內部整合平台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459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CBD5E1"/>
                </a:solidFill>
                <a:latin typeface="Microsoft JhengHei"/>
              </a:rPr>
              <a:t>2026-06 · 董事長簡報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88720"/>
            <a:ext cx="4160520" cy="3657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8872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C ▏ 執行狀況（現況）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627632"/>
            <a:ext cx="416052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91440" cy="7680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700784"/>
            <a:ext cx="21488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02C39A"/>
                </a:solidFill>
                <a:latin typeface="Microsoft JhengHei"/>
              </a:rPr>
              <a:t>1,650</a:t>
            </a:r>
            <a:r>
              <a:rPr sz="1600" b="1">
                <a:solidFill>
                  <a:srgbClr val="02C39A"/>
                </a:solidFill>
                <a:latin typeface="Microsoft JhengHei"/>
              </a:rPr>
              <a:t>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1764792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已上線使用人數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039112"/>
            <a:ext cx="16916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全公司日常導入 · 持續成長中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505456"/>
            <a:ext cx="41605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505456"/>
            <a:ext cx="91440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6151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latin typeface="Microsoft JhengHei"/>
              </a:rPr>
              <a:t>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624328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貴金屬情報平台持續優化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916936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持續調整運作,讓使用者更快速、正確取得貴金屬行情與決策資訊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456432"/>
            <a:ext cx="41605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456432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latin typeface="Microsoft JhengHei"/>
              </a:rP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575304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擴大內部系統連接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867912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持續串接公司既有系統,充分發揮「整合平台」一站式綜效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407408"/>
            <a:ext cx="41605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407408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45171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latin typeface="Microsoft JhengHei"/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452628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辦公室自動化已落地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818888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已完成:複雜 Excel 解析 ‧ 長時間語音轉文字 ‧ 各式文檔輸出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358384"/>
            <a:ext cx="41605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358384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5468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latin typeface="Microsoft JhengHei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477256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深化 AI 資料分析整合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769864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強化 AI 戰情應用,把內部數據變成可即時決策的洞察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1188720"/>
            <a:ext cx="4297680" cy="365760"/>
          </a:xfrm>
          <a:prstGeom prst="roundRect">
            <a:avLst>
              <a:gd name="adj" fmla="val 1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11887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D ▏ 2026 下半年規劃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1627632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1627632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9744" y="1737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通用專案管理平台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24343" y="1737360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343" y="173736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開案 30→5 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2066543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業務開案提速、群聊協作;進階上線贏單預測 + 損益模擬,支撐報價決策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2563977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2563977"/>
            <a:ext cx="91440" cy="822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9744" y="2673705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BOM × MVA 業務快接接單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24343" y="2673705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24343" y="2673705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報價週期 −50%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9744" y="3002889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中/越/台多廠成本矩陣一眼對比 + AI 智能料號推薦,報價簽核自動鎖版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3500323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0" y="3500323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9744" y="3610051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行動化支援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24343" y="3610051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24343" y="3610051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手機 / PWA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9744" y="3939235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手機端 AI 對話與報價查詢,支援現場與越南廠同仁,擴展跨廠區使用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0" y="4436668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0" y="4436668"/>
            <a:ext cx="91440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9744" y="454639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辦公室自動化再升級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24343" y="4546396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24343" y="454639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 小時會議逐字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9744" y="487558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長音檔完整轉錄無截斷 + AI 戰情報表模板 / 超大資料集自動分檔輸出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0" y="5373014"/>
            <a:ext cx="429768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0" y="5373014"/>
            <a:ext cx="91440" cy="8229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09744" y="548274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B1F3A"/>
                </a:solidFill>
                <a:latin typeface="Microsoft JhengHei"/>
              </a:rPr>
              <a:t>ERP 整合自助化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24343" y="5482742"/>
            <a:ext cx="1417320" cy="292608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24343" y="548274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降低 IT 依賴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09744" y="5811926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374755"/>
                </a:solidFill>
                <a:latin typeface="Microsoft JhengHei"/>
              </a:rPr>
              <a:t>自然語言探索 ERP 資料表、自助設定同步,加速新系統與資料源接入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6364224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 w="9525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636422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C7293"/>
                </a:solidFill>
                <a:latin typeface="Microsoft JhengHei"/>
              </a:rPr>
              <a:t>策略主軸　</a:t>
            </a:r>
            <a:r>
              <a:rPr sz="950" b="0">
                <a:solidFill>
                  <a:srgbClr val="374755"/>
                </a:solidFill>
                <a:latin typeface="Microsoft JhengHei"/>
              </a:rPr>
              <a:t>下半年聚焦「業務接單提速(專案平台 + BOM)」與「行動化 + 系統整合深化」,讓 1,650 位使用者的日常工作再省一大段時間。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702552"/>
            <a:ext cx="8595360" cy="1371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720840"/>
            <a:ext cx="5943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Microsoft JhengHei"/>
              </a:rPr>
              <a:t>CORTEX AI 整合平台 · 開發進度報告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672084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Microsoft JhengHei"/>
              </a:rPr>
              <a:t>2026-06-16 · 內部呈核版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