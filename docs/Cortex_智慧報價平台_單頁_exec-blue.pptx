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FOXLINK 正崴 · Cortex AI 整合平台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Cortex 智慧報價平台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接單更快 · 毛利即時透明 · 報價知識不流失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4160520" cy="283464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325880"/>
            <a:ext cx="4160520" cy="4114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25880"/>
            <a:ext cx="4160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為什麼要做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874519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28799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報價更快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報價時間從 3-4 週縮短到 1 週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468879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知識留得住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報價經驗結構化保存,人員異動不用重來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063239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175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毛利看得見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議價當下即時顯示毛利浮動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657600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118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資料更安全 —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不同職級看不同價格,機密成本受控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325880"/>
            <a:ext cx="4160520" cy="283464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60" y="1325880"/>
            <a:ext cx="4160520" cy="4114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325880"/>
            <a:ext cx="4160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帶來的效益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874519"/>
            <a:ext cx="731520" cy="365760"/>
          </a:xfrm>
          <a:prstGeom prst="rect">
            <a:avLst/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874519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↓70%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8287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報價時間 |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從 3-4 週縮短到 1 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468879"/>
            <a:ext cx="731520" cy="365760"/>
          </a:xfrm>
          <a:prstGeom prst="rect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468879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 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4231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同步報價 |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台灣 / 中國 / 越南同時試算比較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3063239"/>
            <a:ext cx="731520" cy="365760"/>
          </a:xfrm>
          <a:prstGeom prst="rect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063239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多版本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0175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一鍵比較 |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不同工廠 × 顏色 × 數量一次看完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657600"/>
            <a:ext cx="731520" cy="365760"/>
          </a:xfrm>
          <a:prstGeom prst="rect">
            <a:avLst/>
          </a:prstGeom>
          <a:gradFill rotWithShape="1">
            <a:gsLst>
              <a:gs pos="0">
                <a:srgbClr val="5B9BD5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65760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0 漏單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6118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流程自動串接 |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鎖定版本後自動完成後續計算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297680"/>
            <a:ext cx="8595360" cy="12801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4320" y="4297680"/>
            <a:ext cx="859536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系統怎麼運作 — 七個步驟</a:t>
            </a:r>
          </a:p>
        </p:txBody>
      </p:sp>
      <p:sp>
        <p:nvSpPr>
          <p:cNvPr id="36" name="Chevron 35"/>
          <p:cNvSpPr/>
          <p:nvPr/>
        </p:nvSpPr>
        <p:spPr>
          <a:xfrm>
            <a:off x="384047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FB0E0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建立基礎資料</a:t>
            </a:r>
          </a:p>
        </p:txBody>
      </p:sp>
      <p:sp>
        <p:nvSpPr>
          <p:cNvPr id="37" name="Chevron 36"/>
          <p:cNvSpPr/>
          <p:nvPr/>
        </p:nvSpPr>
        <p:spPr>
          <a:xfrm>
            <a:off x="1591056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19FD3"/>
              </a:gs>
              <a:gs pos="100000">
                <a:srgbClr val="286BB5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每月更新</a:t>
            </a:r>
          </a:p>
        </p:txBody>
      </p:sp>
      <p:sp>
        <p:nvSpPr>
          <p:cNvPr id="38" name="Chevron 37"/>
          <p:cNvSpPr/>
          <p:nvPr/>
        </p:nvSpPr>
        <p:spPr>
          <a:xfrm>
            <a:off x="2798064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548FC7"/>
              </a:gs>
              <a:gs pos="100000">
                <a:srgbClr val="225FA3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開立新案</a:t>
            </a:r>
          </a:p>
        </p:txBody>
      </p:sp>
      <p:sp>
        <p:nvSpPr>
          <p:cNvPr id="39" name="Chevron 38"/>
          <p:cNvSpPr/>
          <p:nvPr/>
        </p:nvSpPr>
        <p:spPr>
          <a:xfrm>
            <a:off x="4005072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467FBB"/>
              </a:gs>
              <a:gs pos="100000">
                <a:srgbClr val="1C5291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設定條件</a:t>
            </a:r>
          </a:p>
        </p:txBody>
      </p:sp>
      <p:sp>
        <p:nvSpPr>
          <p:cNvPr id="40" name="Chevron 39"/>
          <p:cNvSpPr/>
          <p:nvPr/>
        </p:nvSpPr>
        <p:spPr>
          <a:xfrm>
            <a:off x="5212080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396FAE"/>
              </a:gs>
              <a:gs pos="100000">
                <a:srgbClr val="16467F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自動試算</a:t>
            </a:r>
          </a:p>
        </p:txBody>
      </p:sp>
      <p:sp>
        <p:nvSpPr>
          <p:cNvPr id="41" name="Chevron 40"/>
          <p:cNvSpPr/>
          <p:nvPr/>
        </p:nvSpPr>
        <p:spPr>
          <a:xfrm>
            <a:off x="6419088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2B5FA2"/>
              </a:gs>
              <a:gs pos="100000">
                <a:srgbClr val="10396D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鎖定版本</a:t>
            </a:r>
          </a:p>
        </p:txBody>
      </p:sp>
      <p:sp>
        <p:nvSpPr>
          <p:cNvPr id="42" name="Chevron 41"/>
          <p:cNvSpPr/>
          <p:nvPr/>
        </p:nvSpPr>
        <p:spPr>
          <a:xfrm>
            <a:off x="7626096" y="4800600"/>
            <a:ext cx="1133856" cy="41148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1E4F96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產出報價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30352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把過去分散在個人 Excel 的報價邏輯,整成一套標準化、可重複使用的系統流程。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715000"/>
            <a:ext cx="4160520" cy="6400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5806440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✓ 可行性已驗證</a:t>
            </a:r>
            <a:br/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已用兩個專案範本(滑鼠、穿戴裝置)完成試跑驗證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5715000"/>
            <a:ext cx="4160520" cy="6400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0B2D5C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5806440"/>
            <a:ext cx="3886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開發階程</a:t>
            </a:r>
            <a:br/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AF2FB"/>
                </a:solidFill>
                <a:latin typeface="Calibri"/>
                <a:ea typeface="Noto Sans TC"/>
                <a:cs typeface="Calibri"/>
              </a:rPr>
              <a:t>核心功能約 3-6 週可完成,後續再擴充其他應用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FOXLINK 報價系統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